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Stroke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6B6B"/>
                </a:solidFill>
              </a:defRPr>
            </a:pPr>
            <a:r>
              <a:t>Real-Time Streaming ML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Stroke is the 5th leading cause of death and disability globally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Early prediction enables preventive intervention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Requires real-time analysis of patient health metrics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Need for scalable, distributed processing of large datasets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Real-time data ingestion via Apache Kafka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Distributed processing using Spark Structured Streaming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Machine Learning model for stroke risk prediction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Persistent storage in Hadoop HDFS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Scalable architecture for production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 Processing Pipeline</a:t>
            </a:r>
          </a:p>
        </p:txBody>
      </p:sp>
      <p:pic>
        <p:nvPicPr>
          <p:cNvPr id="4" name="Picture 3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Prediction Features</a:t>
            </a:r>
          </a:p>
        </p:txBody>
      </p:sp>
      <p:pic>
        <p:nvPicPr>
          <p:cNvPr id="4" name="Picture 3" descr="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Machine Learning Pipeline</a:t>
            </a:r>
          </a:p>
        </p:txBody>
      </p:sp>
      <p:pic>
        <p:nvPicPr>
          <p:cNvPr id="4" name="Picture 3" descr="m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Apache Spark (PySpark): Distributed ML and data processing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Apache Kafka: Real-time message streaming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Hadoop HDFS: Distributed storage system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Spark MLlib: Machine Learning Library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Python 3.10+: Programming language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 Schema (12 Features)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Demographics: Gender, Age, Ever Married, Residence Type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Health Indicators: Hypertension, Heart Disease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Lifestyle: Smoking Status, Work Type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Medical Metrics: Average Glucose Level, BMI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Target Variable: Stroke (Binary: 0/1)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Age Bucketing: Categorize into young, middle, senior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String Indexing: Convert categorical variables to numeric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One-Hot Encoding: Create binary features for categories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Vector Assembly: Combine features into single vector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Standardization: Scale features with mean and std dev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Random Forest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Algorithm: Random Forest with 20 trees (default)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Class Imbalance Handling: Weighted loss function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Training Data: 80% / Test Data: 20% split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Seed: 42 for reproducibility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Output: Probability scores and binary predictions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Confusion Matrix: True Positives, False Positives, etc.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Precision: Accuracy of positive predictions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Recall: Coverage of actual positive cases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F1-Score: Harmonic mean of precision and recall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ROC-AUC: Receiver Operating Characteristic curve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1. Data Upload: Load stroke data into HDFS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2. Model Training: Batch process with Spark MLlib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3. Model Persistence: Save models to HDFS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4. Streaming Ingestion: Consume data from Kafka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5. Real-time Inference: Apply trained model to stream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6. Result Storage: Save predictions as Parquet files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Implementation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Kafka Topic: StrokePrediction (patient data)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Checkpoint Path: /user/stroke/checkpoint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Output Path: /user/stroke/stroke_predictions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Model Artifacts: Saved for reproducible inference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Streaming Mode: Append mode for continuous updates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Scalable: Distributed processing for large datasets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Real-time: Stream processing with millisecond latency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Reproducible: Fixed seeds and saved transformers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Persistent: All data and models stored in HDFS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Modular: Separate training and inference pipelines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Expected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Early stroke risk identification for at-risk patients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Real-time predictions on incoming patient data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Scalable to millions of patient records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Foundation for clinical decision support systems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Enables preventive healthcare interventions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Model Versioning: Track and manage multiple models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A/B Testing: Compare model performance in production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Advanced Algorithms: Gradient Boosting, Neural Networks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Real-time Dashboards: Live monitoring and alerts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Integration: Connect to EHR and hospital systems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Data Imbalance: Addressed via class weights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Missing Values: Imputation with domain defaults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Feature Scaling: Standardization for model convergence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Latency: Spark Streaming for near real-time processing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Reproducibility: Fixed seeds and saved transformers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Deployment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Infrastructure: Hadoop cluster, Kafka brokers, Spark nodes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Monitoring: Track model performance and data quality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Security: Authentication, encryption, access control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Scalability: Auto-scaling for variable data volumes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Compliance: HIPAA and data privacy regulations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Demonstrates real-time ML on distributed systems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Production-ready streaming inference pipeline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Practical application in healthcare domain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Combines best practices from Big Data and ML engineering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Foundation for advanced healthcare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